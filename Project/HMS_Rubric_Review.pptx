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2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· TITLE · LITERATURE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Management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337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98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centralized, role-based, database-driven platform (Flask + MySQL)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846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Harsha Vardhan (2520080047)  ·  G. Anirudh (2520080058)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 · Team 20 · 25CS1302E · Trimester 4, 2026–27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Title: Hospital Management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focus: Clarity · Feasibility · Societal needs · Novelty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 states the domain (hospital), the artifact (management system) and scope: registration, appointments, prescriptions, rooms and billing in one platform.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28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mainstream stack (HTML/CSS/JS, Flask, MySQL). Schema, working front-end and REST API are already built and tested by a two-person team within one trimester.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14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Societal need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cause duplicate records, slow lookups and billing errors. A low-cost digital system helps small and mid-size hospitals serve patients faster and more safely.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4406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114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3NF schema, priority-based appointment queue (Emergency &gt; Critical &gt; General) and role-based access in one lightweight, reusable prototype.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Approaches to Hospital Data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focus: Relevance · Depth and quality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offers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Paper-based registers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setup cost; still common in small hospitals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search, duplication, no backup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desktop DBMS tools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record storage (e.g. Access-style apps)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user, poor scalability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cloud HMS suites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billing, EHR and scheduling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licence cost, limited customization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HMS prototypes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over a relational schema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no RBAC or priority scheduling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reviewed are categories of systems plus standard database texts (Elmasri &amp; Navathe; Silberschatz et al.); add specific papers here if your guide requires named citations.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Analysis and Research Gap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focus: Critical analysis and synthesis · Gap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4068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Affordable options (paper, desktop tools) sacrifice multi-user access and integrity.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Capable options (commercial suites) sacrifice cost and flexibility.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Academic prototypes prove CRUD works but rarely normalize billing, prescriptions and admissions into separate tables.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4068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28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this project targets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lightweight, documented option combines: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fully normalized (3NF) relational schema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Priority-based appointment scheduling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Enforced role-based access for admin, doctor and receptionist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all three in one deployable prototype.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Developed Methodology: 3-Tier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focus: Novelty of methodology · Adaptability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0F42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16916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forms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23160" y="164592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B6B63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645920"/>
            <a:ext cx="16916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0F423C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645920"/>
            <a:ext cx="16916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+ RBAC logic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64592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B6B63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645920"/>
            <a:ext cx="16916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+ SQLAlchemy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0F423C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645920"/>
            <a:ext cx="16916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921240" y="164592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B6B63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1645920"/>
            <a:ext cx="16916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output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063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 elements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520440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Priority-rank queue (Emergency &gt; Critical &gt; General) and role checks sit in the API layer, and the schema separates admissions, prescriptions and billing so one patient can have many of each.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88036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063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Adaptability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3520440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tables and endpoints let other clinics add departments or fields. SQLAlchemy lets the same code run on SQLite for development and MySQL for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Plan for the 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focus: Methodology evaluation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measured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correctness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every endpoint and UI flow across all three roles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12 endpoints 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Foreign-key and constraint checks on inserts and deletes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orphan or duplicate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queue order against the priority rule on mixed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correct ordering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API calls at 10 / 100 / 1,000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 under 1 second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efficiency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register, book, bill: manual vs.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reduction per 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 will be added after full integration and load testing.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Dissemination and Accessibility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focus: Dissemination and accessibility · Presentation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406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Dissemination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SQL schema and ER diagram shared in a public repository with a README and setup steps, so other students and clinics can reuse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406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28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 access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free software and an ordinary laptop or server. No licence fees, and SQLite fallback needs no database install.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66344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labels, table-based screens and role-specific menus keep the interface simple for non-technical hospital staff.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40233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466344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front-end to the API, move to MySQL with 2,000+ records, harden authentication, then deploy and document.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2026-09-28T08:24:03Z</dcterms:created>
  <dcterms:modified xsi:type="dcterms:W3CDTF">2026-09-28T08:24:03Z</dcterms:modified>
</cp:coreProperties>
</file>