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3908" cy="15137892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3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MediCore HMS — Hospital Management System</a:t>
            </a:r>
            <a:endParaRPr lang="en-US" sz="3350" dirty="0"/>
          </a:p>
          <a:p>
            <a:pPr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20 | Section: S13 | Members: T. Harsha Vardhan (2520080047), G. Anirudh (2520080058) | Guide: Dr. ______</a:t>
            </a:r>
            <a:endParaRPr lang="en-US" sz="3350" dirty="0"/>
          </a:p>
          <a:p>
            <a:pPr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registration, scheduling, room allocation, prescriptions and billing for hospitals — HTML/CSS/JS, Flask REST APIs, 9-table normalized MySQL.</a:t>
            </a:r>
            <a:endParaRPr lang="en-US" sz="155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priority scheduling + doctor referral cut per-task time from minutes to under a second.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Manual, paper-based records cause duplication, slow retrieval and billing/scheduling errors.</a:t>
            </a:r>
            <a:endParaRPr lang="en-US" sz="155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Centralize records in a normalized MySQL database.</a:t>
            </a:r>
            <a:endParaRPr lang="en-US" sz="155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Priority scheduling (Emergency&gt;Critical&gt;General) + doctor referral.</a:t>
            </a:r>
            <a:endParaRPr lang="en-US" sz="155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Role-based access for Admin, Doctor, Receptionist.</a:t>
            </a:r>
            <a:endParaRPr lang="en-US" sz="155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Registration, scheduling, admissions, prescriptions, billing.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569714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</a:tblGrid>
              <a:tr h="388620"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Paper, duplicated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MySQL DB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First-come, first-served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 (E&gt;C&gt;G)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pick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Manually guessed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dept + load-balanced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shared login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Role-based, 3 portals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combined option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 in one prototype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Free mainstream stack; schema, front-end, API already built &amp; tested.</a:t>
            </a:r>
            <a:endParaRPr lang="en-US" sz="155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Zero licensing cost — open-source only; runs on an ordinary laptop.</a:t>
            </a:r>
            <a:endParaRPr lang="en-US" sz="155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Plain-language, role-specific UI; no training beyond a walkthrough.</a:t>
            </a:r>
            <a:endParaRPr lang="en-US" sz="155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Core modules done; integration + MySQL migration planned this trimester.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HTML5, CSS3, vanilla JavaScript</a:t>
            </a:r>
            <a:endParaRPr lang="en-US" sz="155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Python, Flask, Flask-SQLAlchemy, Flask-CORS</a:t>
            </a:r>
            <a:endParaRPr lang="en-US" sz="155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8 (SQLite for local dev)</a:t>
            </a:r>
            <a:endParaRPr lang="en-US" sz="155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VS Code, MySQL Workbench, GitHub, Playwright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endpoints tested incl. edge cases (409 on dup. room/admission).</a:t>
            </a:r>
            <a:endParaRPr lang="en-US" sz="155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verified; CRUD, validation, role checks pass on all 3 portals.</a:t>
            </a: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3-tier HMS: normalized DB, tested API, role-based front-end.</a:t>
            </a:r>
            <a:endParaRPr lang="en-US" sz="155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all objectives: centralized records, smart scheduling, RBAC.</a:t>
            </a:r>
            <a:endParaRPr lang="en-US" sz="155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front-end to live API; migrate to MySQL with 2,000+ records.</a:t>
            </a:r>
            <a:endParaRPr lang="en-US" sz="155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hashed-password auth; load-test under concurrent users.</a:t>
            </a:r>
            <a:endParaRPr lang="en-US" sz="155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Elmasri &amp; Navathe, Fundamentals of Database Systems  [2] Flask/SQLAlchemy docs — flask.palletsprojects.com  [3] MySQL 8.0 Reference Manual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GitHub repo QR</a:t>
            </a:r>
            <a:endParaRPr lang="en-US" sz="900" dirty="0"/>
          </a:p>
        </p:txBody>
      </p:sp>
      <p:pic>
        <p:nvPicPr>
          <p:cNvPr id="47" name="Picture 46" descr="arch_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994" y="5029200"/>
            <a:ext cx="4478274" cy="2057400"/>
          </a:xfrm>
          <a:prstGeom prst="rect">
            <a:avLst/>
          </a:prstGeom>
        </p:spPr>
      </p:pic>
      <p:pic>
        <p:nvPicPr>
          <p:cNvPr id="48" name="Picture 47" descr="er_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994" y="7909560"/>
            <a:ext cx="4478274" cy="1828800"/>
          </a:xfrm>
          <a:prstGeom prst="rect">
            <a:avLst/>
          </a:prstGeom>
        </p:spPr>
      </p:pic>
      <p:pic>
        <p:nvPicPr>
          <p:cNvPr id="49" name="Picture 48" descr="poster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6994" y="10561320"/>
            <a:ext cx="2124837" cy="1691640"/>
          </a:xfrm>
          <a:prstGeom prst="rect">
            <a:avLst/>
          </a:prstGeom>
        </p:spPr>
      </p:pic>
      <p:pic>
        <p:nvPicPr>
          <p:cNvPr id="50" name="Picture 49" descr="poster_refer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0431" y="10561320"/>
            <a:ext cx="2124837" cy="1691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